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0.8 release notes and layout registry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0.8 release notes and layout registry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0.8 release notes and layout registry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0.8 release notes and layout registry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charts, architecture and editable diagrams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0.8 release notes and layout registry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0.8 release notes and layout registry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0.8.0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