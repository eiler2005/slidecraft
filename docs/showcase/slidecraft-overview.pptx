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under the PolyForm Shield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0.7.1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