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80465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ver/kicker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cover/subtitle"/>
          <p:cNvSpPr txBox="1"/>
          <p:nvPr/>
        </p:nvSpPr>
        <p:spPr>
          <a:xfrm>
            <a:off x="822960" y="338328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6" name="sc:cover/presenter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and open source under the MIT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0.6.0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