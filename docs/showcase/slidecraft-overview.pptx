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804651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dirty="0"/>
          </a:p>
        </p:txBody>
      </p:sp>
      <p:sp>
        <p:nvSpPr>
          <p:cNvPr id="2" name="Text 0"/>
          <p:cNvSpPr txBox="1"/>
          <p:nvPr/>
        </p:nvSpPr>
        <p:spPr>
          <a:xfrm>
            <a:off x="822960" y="1600200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383280"/>
            <a:ext cx="8046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5715000"/>
            <a:ext cx="822960" cy="91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5833872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91"/>
          </a:xfrm>
          <a:prstGeom prst="line">
            <a:avLst/>
          </a:pr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ts val="1680"/>
              </a:lnSpc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ts val="1680"/>
              </a:lnSpc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/>
          </a:p>
          <a:p>
            <a:pPr algn="l" marL="177800" indent="-177800">
              <a:lnSpc>
                <a:spcPts val="168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16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16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16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34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6 themes or in your own brand.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 2026)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5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dirty="0"/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5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dirty="0"/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5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dirty="0"/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5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dirty="0"/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91"/>
          </a:xfrm>
          <a:prstGeom prst="line">
            <a:avLst/>
          </a:pr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 2026)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1572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3125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1572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3125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1572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3125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1572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3125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 2026); 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 2026)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91"/>
          </a:xfrm>
          <a:prstGeom prst="line">
            <a:avLst/>
          </a:pr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91"/>
          </a:xfrm>
          <a:prstGeom prst="line">
            <a:avLst/>
          </a:pr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91"/>
          </a:xfrm>
          <a:prstGeom prst="line">
            <a:avLst/>
          </a:pr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91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6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91"/>
          </a:xfrm>
          <a:prstGeom prst="line">
            <a:avLst/>
          </a:pr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91"/>
          </a:xfrm>
          <a:prstGeom prst="line">
            <a:avLst/>
          </a:pr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3840"/>
              </a:lnSpc>
              <a:buNone/>
            </a:pPr>
            <a:r>
              <a:rPr lang="en-US" sz="3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and open source under the MIT licence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91"/>
          </a:xfrm>
          <a:prstGeom prst="line">
            <a:avLst/>
          </a:pr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/>
          </a:p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0.4.2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